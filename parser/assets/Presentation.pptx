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3BE352-7426-4BA4-9627-AC5C950C2618}" v="156" dt="2026-02-24T17:35:22.8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079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711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369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576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002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5335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754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695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4169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727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2261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FFB779-270B-4192-84BA-A697F48306DC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4979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/>
              <a:t>Тема презентации</a:t>
            </a:r>
            <a:br>
              <a:rPr lang="ru-RU"/>
            </a:b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Подзаголовок презентации</a:t>
            </a:r>
          </a:p>
        </p:txBody>
      </p:sp>
    </p:spTree>
    <p:extLst>
      <p:ext uri="{BB962C8B-B14F-4D97-AF65-F5344CB8AC3E}">
        <p14:creationId xmlns:p14="http://schemas.microsoft.com/office/powerpoint/2010/main" val="1351651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8BB7C1-01BA-CF79-F4FF-E5CACA75B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Текст заголовка со слайда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536AF07-08BA-8295-5106-509027CE73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br>
              <a:rPr lang="en-US"/>
            </a:br>
            <a:r>
              <a:rPr lang="en-US" err="1"/>
              <a:t>Абиба</a:t>
            </a:r>
            <a:br>
              <a:rPr lang="en-US"/>
            </a:br>
            <a:br>
              <a:rPr lang="en-US"/>
            </a:br>
            <a:br>
              <a:rPr lang="en-US"/>
            </a:br>
            <a:endParaRPr lang="en-US"/>
          </a:p>
        </p:txBody>
      </p:sp>
      <p:pic>
        <p:nvPicPr>
          <p:cNvPr id="4" name="Рисунок 3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3DC0689-891D-397C-A464-719C602994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7590" y="1426860"/>
            <a:ext cx="6690633" cy="3169709"/>
          </a:xfrm>
          <a:prstGeom prst="rect">
            <a:avLst/>
          </a:prstGeom>
        </p:spPr>
      </p:pic>
      <p:pic>
        <p:nvPicPr>
          <p:cNvPr id="5" name="Рисунок 4" descr="Изображение выглядит как текст, Шрифт, снимок экрана, Графи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E2C897A-9815-64FE-A732-3C915E6F98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486" y="4090383"/>
            <a:ext cx="5934075" cy="225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28874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Широкоэкранный</PresentationFormat>
  <Slides>2</Slides>
  <Notes>0</Notes>
  <HiddenSlides>0</HiddenSlide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3" baseType="lpstr">
      <vt:lpstr>Тема Office</vt:lpstr>
      <vt:lpstr>Тема презентации </vt:lpstr>
      <vt:lpstr>Текст заголовка со слайда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3</cp:revision>
  <dcterms:created xsi:type="dcterms:W3CDTF">2026-02-24T17:23:10Z</dcterms:created>
  <dcterms:modified xsi:type="dcterms:W3CDTF">2026-02-24T17:36:56Z</dcterms:modified>
</cp:coreProperties>
</file>