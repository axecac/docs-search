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ACD5DB-E9EB-4ED5-B1A4-3681B959BDBF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48ABAB-1885-4A4C-A95F-DFA22798F240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B6770C-FED5-4364-9EF5-926E3253C837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6E92E3-B03D-4FFF-837C-B4A48244A498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Образец текста</a:t>
            </a:r>
            <a:endParaRPr lang="ru-RU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AD2FC6-EA9A-4401-892D-C34484A04AD1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2BDBDE-6A8D-4254-90FC-FB64516F2952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4ED9C3-303A-4E46-AAB5-8E9BD453B84C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75CD8F-1EE3-494F-8169-0272DCD613B2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9C6C14-3557-42CD-A7A4-105B4C263160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631AD3-35A2-462E-AE3C-A48AD2F6F73A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4FBCD2-07B6-484A-AD3C-80F27D20368D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Тема презентации</a:t>
            </a:r>
            <a:br>
              <a:rPr sz="6000"/>
            </a:br>
            <a:endParaRPr lang="ru-RU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Подзаголовок презентации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Текст заголовка со слайда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914760" y="18212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br>
              <a:rPr sz="2800"/>
            </a:b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Абиба</a:t>
            </a:r>
            <a:br>
              <a:rPr sz="2800"/>
            </a:br>
            <a:br>
              <a:rPr sz="2800"/>
            </a:br>
            <a:br>
              <a:rPr sz="2800"/>
            </a:br>
            <a:br>
              <a:rPr sz="2800"/>
            </a:br>
            <a:br>
              <a:rPr sz="2800"/>
            </a:b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64" name=""/>
          <p:cNvPicPr/>
          <p:nvPr/>
        </p:nvPicPr>
        <p:blipFill>
          <a:blip r:embed="rId1"/>
          <a:stretch/>
        </p:blipFill>
        <p:spPr>
          <a:xfrm>
            <a:off x="2743200" y="2858040"/>
            <a:ext cx="5253840" cy="2171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LibreOffice/26.2.1.2$Linux_X86_64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2026-02-24T17:23:10Z</dcterms:created>
  <dc:creator/>
  <dc:description/>
  <dc:language>en-US</dc:language>
  <cp:lastModifiedBy/>
  <dcterms:modified xsi:type="dcterms:W3CDTF">2026-03-08T15:08:06Z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2</vt:i4>
  </property>
</Properties>
</file>