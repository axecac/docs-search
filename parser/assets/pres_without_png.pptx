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3321FF-2FEA-4E2E-AD8D-8D7E0192FFB1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1B7022-6198-4559-8B2B-6C58F71DB530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A9A85E-E061-4976-A570-8F8ACAE213EB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4F5804-1829-4BF3-B9CE-09C96CB8BA1B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C0E78B-F2DD-48B8-A374-5692AC2DE38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82F683-BD8F-461F-BAF9-C9F72125FD78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887014-E5F7-40D8-8947-B957A20167A5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8F0CC-6A41-4080-9F2D-57CAB69B684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07E720-5A13-446E-A40E-C3266E518726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8BECDB-B010-4E12-8FE6-F4CDB8AD7A0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B500B1-7FDA-4D24-AB55-CCE014BAA6D3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Тема презентации</a:t>
            </a:r>
            <a:br>
              <a:rPr sz="6000"/>
            </a:b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Подзаголовок презентации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Текст заголовка со слайда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800"/>
            </a:b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Абиба</a:t>
            </a:r>
            <a:br>
              <a:rPr sz="2800"/>
            </a:br>
            <a:br>
              <a:rPr sz="2800"/>
            </a:br>
            <a:br>
              <a:rPr sz="2800"/>
            </a:b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2026-02-24T17:23:10Z</dcterms:created>
  <dc:creator/>
  <dc:description/>
  <dc:language>en-US</dc:language>
  <cp:lastModifiedBy/>
  <dcterms:modified xsi:type="dcterms:W3CDTF">2026-03-08T15:03:33Z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</vt:i4>
  </property>
</Properties>
</file>